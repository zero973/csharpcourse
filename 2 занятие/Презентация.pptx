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40" r:id="rId2"/>
    <p:sldId id="347" r:id="rId3"/>
    <p:sldId id="341" r:id="rId4"/>
    <p:sldId id="351" r:id="rId5"/>
    <p:sldId id="344" r:id="rId6"/>
    <p:sldId id="345" r:id="rId7"/>
    <p:sldId id="353" r:id="rId8"/>
    <p:sldId id="354" r:id="rId9"/>
    <p:sldId id="352" r:id="rId10"/>
    <p:sldId id="35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3" autoAdjust="0"/>
    <p:restoredTop sz="82245" autoAdjust="0"/>
  </p:normalViewPr>
  <p:slideViewPr>
    <p:cSldViewPr snapToGrid="0">
      <p:cViewPr varScale="1">
        <p:scale>
          <a:sx n="96" d="100"/>
          <a:sy n="96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73027-2AB3-4DAB-83B2-DF4B13C5C56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685D7-C350-491D-A933-7035F35F7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77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077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F4C56-6FDA-819C-D213-6C4E1ED5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4D5023-4F5E-ECF7-878B-CC7D14AA7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1BB2F7-EE0C-6457-3CC8-3AD4B38B3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E91053-C48C-1795-2195-234434CA7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955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System;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Program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public static void Main()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int temperature = Convert.ToInt32(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Console.ReadLine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bool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isColdTemperature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temperature &lt;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isColdTemperature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true)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тепло");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холодно");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9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System;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Program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public static void Main()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int temperature = Convert.ToInt32(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Console.ReadLine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if (temperature &gt; 50)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ужасная жара");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if (temperature &gt; 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0");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if (temperature == 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0");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холодно");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673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80E8-B78E-FFD9-2CFF-39F5EC20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11A332-9D15-861C-BE5D-0CADC3649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A583AE-4E5E-862B-9028-8EA4F0945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D6FD3A-BA2D-9391-7DA7-1BD1B3CF4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610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6935-99FA-CE00-848E-5D2363B0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C56A15-48FE-A206-508B-39C3F026C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44A6DE-26FB-8AC5-52DE-D1489CC36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B8166E-F914-4CF0-0708-96C551C41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02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F584D-87B9-6D42-609C-C7410248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1332660-9CC4-6122-3F04-DA70918F7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E501B6-9707-0956-BD86-EFC5AB87F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System;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Program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public static void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int temperature = Convert.ToInt32(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Console.ReadLine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switch (temperature)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case 0: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Температура = 0");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case 10: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Температура = 10");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default: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Необработанное значение");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03CDE0-C284-930B-FB33-1F3782BDD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622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4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1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12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67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20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99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6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46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45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4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50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87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Рисунок 10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" y="0"/>
            <a:ext cx="12188298" cy="6858000"/>
          </a:xfrm>
          <a:prstGeom prst="rect">
            <a:avLst/>
          </a:prstGeom>
        </p:spPr>
      </p:pic>
      <p:sp>
        <p:nvSpPr>
          <p:cNvPr id="1032" name="Rectangle 42"/>
          <p:cNvSpPr>
            <a:spLocks noChangeArrowheads="1"/>
          </p:cNvSpPr>
          <p:nvPr/>
        </p:nvSpPr>
        <p:spPr bwMode="auto">
          <a:xfrm>
            <a:off x="4311056" y="3005807"/>
            <a:ext cx="3108223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Занятие 2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9" name="Rectangle 49"/>
          <p:cNvSpPr>
            <a:spLocks noChangeArrowheads="1"/>
          </p:cNvSpPr>
          <p:nvPr/>
        </p:nvSpPr>
        <p:spPr bwMode="auto">
          <a:xfrm>
            <a:off x="452437" y="5313363"/>
            <a:ext cx="5971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tserrat" panose="00000500000000000000" pitchFamily="2" charset="-52"/>
              </a:rPr>
              <a:t>Преподаватель: Иванов Иван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41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2715-A3BD-B2B6-1A22-DA9AFDCF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2A0863C4-90A6-DFD6-DE14-700340AC2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D0C0EC3F-B906-FD0E-3D0A-8323D103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5975995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55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Console.ReadLine</a:t>
            </a:r>
            <a:r>
              <a:rPr lang="en-US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F09CDD-E654-FC5C-0680-37C0AC57D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671886"/>
            <a:ext cx="10989633" cy="40928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5271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85775" y="412750"/>
            <a:ext cx="3402535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5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Convert.To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508886-0761-169A-5E4D-6A7BD2864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845" y="412750"/>
            <a:ext cx="6763694" cy="62683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8135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DAD6-2496-F0C3-335E-E094999D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F7CF210F-EF31-EDEB-3CFF-275E75695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7F4DD3A5-AE67-C1C8-04F4-DA10D222A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3402535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5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Convert.To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8A3B0B-7187-DBB2-A198-883C9400F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4" y="1671886"/>
            <a:ext cx="11276291" cy="42915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0111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8D1CD4F-75DB-B119-0F5D-9B1423BCA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420688" y="396876"/>
            <a:ext cx="187230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ru-RU" sz="5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F6A7D4-B951-B00F-B170-1F431559E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" y="1639660"/>
            <a:ext cx="5728112" cy="42582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6FC616-A5B1-C222-76BF-01FAFBE38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1639660"/>
            <a:ext cx="6058916" cy="4242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574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4" name="Рисунок 51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92125" y="463551"/>
            <a:ext cx="371255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ru-RU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If-else </a:t>
            </a:r>
            <a:r>
              <a:rPr lang="en-US" altLang="ru-RU" sz="5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154886-C65B-BE71-39B1-6C36D26C8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53" y="1426977"/>
            <a:ext cx="5301834" cy="4973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CFFFE14-200B-3233-D6CC-78E828AE5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361" y="1294548"/>
            <a:ext cx="5549196" cy="51061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5546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B84A-7AA5-CF18-F56F-DCE77A92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C4AA57FA-E6BD-EF7C-45D1-C9B48B6E3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5308429C-5F4A-CC6B-6208-E7E246320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7160293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Операторы сравнения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FBBF50-82A5-7955-B6EA-74409D50B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637" y="1671886"/>
            <a:ext cx="8240725" cy="48176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8397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B0E8-A473-6AA2-1C46-F7820413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837DA8E5-EB8A-ADA7-C815-283B4E2D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1D0A65D1-E5B6-3C5D-A4E3-326FD1A12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881869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sz="6000" b="1" dirty="0"/>
              <a:t>Логические операторы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7F111E-26CD-0612-130E-D95701D16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847" y="1646826"/>
            <a:ext cx="5706303" cy="17821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ECA11B-9497-AEE5-04F7-461AAD08B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47" y="3928742"/>
            <a:ext cx="3924848" cy="2400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2AFAAC-ECCD-9396-C354-AFAFD9434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928742"/>
            <a:ext cx="3886742" cy="24387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3723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1EF6-1669-D0BE-5C75-31ABD253B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D0E60EA0-320B-FD47-E26E-C825633A1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EDD72790-FCAA-E507-08DD-8388B7B87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1920398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5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197F4F-DF34-89EE-8FDE-01CBEDE9D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669" y="1432414"/>
            <a:ext cx="5974660" cy="50196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214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4276-4AF3-5F49-4C87-15630811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7DC897-35C1-018A-2269-FFC91DEC7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130F4290-6452-4D11-C374-B58B5B0B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600" y="3005807"/>
            <a:ext cx="7642798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Переходим к практике !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445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383</Words>
  <Application>Microsoft Office PowerPoint</Application>
  <PresentationFormat>Широкоэкранный</PresentationFormat>
  <Paragraphs>85</Paragraphs>
  <Slides>10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Odmen</cp:lastModifiedBy>
  <cp:revision>49</cp:revision>
  <dcterms:created xsi:type="dcterms:W3CDTF">2025-08-26T22:29:25Z</dcterms:created>
  <dcterms:modified xsi:type="dcterms:W3CDTF">2026-10-24T18:00:29Z</dcterms:modified>
</cp:coreProperties>
</file>