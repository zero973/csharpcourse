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340" r:id="rId2"/>
    <p:sldId id="347" r:id="rId3"/>
    <p:sldId id="341" r:id="rId4"/>
    <p:sldId id="351" r:id="rId5"/>
    <p:sldId id="344" r:id="rId6"/>
    <p:sldId id="345" r:id="rId7"/>
    <p:sldId id="353" r:id="rId8"/>
    <p:sldId id="350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93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93" autoAdjust="0"/>
    <p:restoredTop sz="82245" autoAdjust="0"/>
  </p:normalViewPr>
  <p:slideViewPr>
    <p:cSldViewPr snapToGrid="0">
      <p:cViewPr varScale="1">
        <p:scale>
          <a:sx n="96" d="100"/>
          <a:sy n="96" d="100"/>
        </p:scale>
        <p:origin x="82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773027-2AB3-4DAB-83B2-DF4B13C5C569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7685D7-C350-491D-A933-7035F35F72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4772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685D7-C350-491D-A933-7035F35F7262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30776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F4C56-6FDA-819C-D213-6C4E1ED5C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B4D5023-4F5E-ECF7-878B-CC7D14AA78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11BB2F7-EE0C-6457-3CC8-3AD4B38B3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BE91053-C48C-1795-2195-234434CA75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685D7-C350-491D-A933-7035F35F7262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99558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using System;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	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class Program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public static void Main()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int temperature = Convert.ToInt32(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Console.ReadLine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());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bool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isColdTemperature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temperature &lt; 0;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if (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isColdTemperature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== true)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Console.WriteLine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улице тепло");</a:t>
            </a: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}</a:t>
            </a: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else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Console.WriteLine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улице холодно");</a:t>
            </a: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}</a:t>
            </a: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}</a:t>
            </a: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685D7-C350-491D-A933-7035F35F7262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82914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using System;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		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class Program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public static void Main()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int temperature = Convert.ToInt32(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Console.ReadLine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());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if (temperature &gt; 50)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Console.WriteLine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улице ужасная жара");</a:t>
            </a: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}</a:t>
            </a: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else if (temperature &gt; 0)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Console.WriteLine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улице 0");</a:t>
            </a: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}</a:t>
            </a: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else if (temperature == 0)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Console.WriteLine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улице 0");</a:t>
            </a: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}</a:t>
            </a: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else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	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Console.WriteLine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улице холодно");</a:t>
            </a: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}</a:t>
            </a: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}</a:t>
            </a: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685D7-C350-491D-A933-7035F35F7262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76732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D80E8-B78E-FFD9-2CFF-39F5EC205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A11A332-9D15-861C-BE5D-0CADC36493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FA583AE-4E5E-862B-9028-8EA4F09454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6D6FD3A-BA2D-9391-7DA7-1BD1B3CF4A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685D7-C350-491D-A933-7035F35F7262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66102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ECD41-0511-49CF-9DE9-CF7B1A97A83F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07EBE-58DD-4D01-88DB-8E786EC1B0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744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ECD41-0511-49CF-9DE9-CF7B1A97A83F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07EBE-58DD-4D01-88DB-8E786EC1B0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514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ECD41-0511-49CF-9DE9-CF7B1A97A83F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07EBE-58DD-4D01-88DB-8E786EC1B0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1120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ECD41-0511-49CF-9DE9-CF7B1A97A83F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07EBE-58DD-4D01-88DB-8E786EC1B0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2672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ECD41-0511-49CF-9DE9-CF7B1A97A83F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07EBE-58DD-4D01-88DB-8E786EC1B0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1206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ECD41-0511-49CF-9DE9-CF7B1A97A83F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07EBE-58DD-4D01-88DB-8E786EC1B0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6998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ECD41-0511-49CF-9DE9-CF7B1A97A83F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07EBE-58DD-4D01-88DB-8E786EC1B0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3568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ECD41-0511-49CF-9DE9-CF7B1A97A83F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07EBE-58DD-4D01-88DB-8E786EC1B0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7468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ECD41-0511-49CF-9DE9-CF7B1A97A83F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07EBE-58DD-4D01-88DB-8E786EC1B0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7452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ECD41-0511-49CF-9DE9-CF7B1A97A83F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07EBE-58DD-4D01-88DB-8E786EC1B0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240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ECD41-0511-49CF-9DE9-CF7B1A97A83F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07EBE-58DD-4D01-88DB-8E786EC1B0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5503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ECD41-0511-49CF-9DE9-CF7B1A97A83F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807EBE-58DD-4D01-88DB-8E786EC1B0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6879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8" name="Рисунок 105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1" y="0"/>
            <a:ext cx="12188298" cy="6858000"/>
          </a:xfrm>
          <a:prstGeom prst="rect">
            <a:avLst/>
          </a:prstGeom>
        </p:spPr>
      </p:pic>
      <p:sp>
        <p:nvSpPr>
          <p:cNvPr id="1032" name="Rectangle 42"/>
          <p:cNvSpPr>
            <a:spLocks noChangeArrowheads="1"/>
          </p:cNvSpPr>
          <p:nvPr/>
        </p:nvSpPr>
        <p:spPr bwMode="auto">
          <a:xfrm>
            <a:off x="4311056" y="3005807"/>
            <a:ext cx="3108223" cy="846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5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Занятие 3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9" name="Rectangle 49"/>
          <p:cNvSpPr>
            <a:spLocks noChangeArrowheads="1"/>
          </p:cNvSpPr>
          <p:nvPr/>
        </p:nvSpPr>
        <p:spPr bwMode="auto">
          <a:xfrm>
            <a:off x="452437" y="5313363"/>
            <a:ext cx="597118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ontserrat" panose="00000500000000000000" pitchFamily="2" charset="-52"/>
              </a:rPr>
              <a:t>Преподаватель: Иванов Иван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6416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22715-A3BD-B2B6-1A22-DA9AFDCFC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5" name="Рисунок 2074">
            <a:extLst>
              <a:ext uri="{FF2B5EF4-FFF2-40B4-BE49-F238E27FC236}">
                <a16:creationId xmlns:a16="http://schemas.microsoft.com/office/drawing/2014/main" id="{2A0863C4-90A6-DFD6-DE14-700340AC2E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5" name="Rectangle 6">
            <a:extLst>
              <a:ext uri="{FF2B5EF4-FFF2-40B4-BE49-F238E27FC236}">
                <a16:creationId xmlns:a16="http://schemas.microsoft.com/office/drawing/2014/main" id="{D0C0EC3F-B906-FD0E-3D0A-8323D103FC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775" y="412750"/>
            <a:ext cx="1606209" cy="846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ru-RU" sz="5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D9DABCA-CAD7-F256-EDEF-C00C8E7932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008" y="1671885"/>
            <a:ext cx="6589876" cy="446055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CD528FE-C9C4-4B27-1B40-9753C021FC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1537" y="2717891"/>
            <a:ext cx="3243076" cy="208270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1287755-0167-330B-E76B-9A34E136103F}"/>
              </a:ext>
            </a:extLst>
          </p:cNvPr>
          <p:cNvSpPr txBox="1"/>
          <p:nvPr/>
        </p:nvSpPr>
        <p:spPr>
          <a:xfrm>
            <a:off x="8981277" y="2133116"/>
            <a:ext cx="14235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Вывод:</a:t>
            </a:r>
          </a:p>
        </p:txBody>
      </p:sp>
    </p:spTree>
    <p:extLst>
      <p:ext uri="{BB962C8B-B14F-4D97-AF65-F5344CB8AC3E}">
        <p14:creationId xmlns:p14="http://schemas.microsoft.com/office/powerpoint/2010/main" val="1852719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5" name="Рисунок 207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485775" y="412750"/>
            <a:ext cx="900888" cy="846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5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57D3B29-16EE-6CFC-3C4D-54DBC2BB41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457" y="1671886"/>
            <a:ext cx="7345780" cy="411839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7BD73A6-1B1A-92C5-E999-E4127E962B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4080" y="2797404"/>
            <a:ext cx="3243076" cy="208270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7B61A52-01C5-01D2-9C2B-940FC68DD29C}"/>
              </a:ext>
            </a:extLst>
          </p:cNvPr>
          <p:cNvSpPr txBox="1"/>
          <p:nvPr/>
        </p:nvSpPr>
        <p:spPr>
          <a:xfrm>
            <a:off x="9213820" y="2212629"/>
            <a:ext cx="14235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Вывод:</a:t>
            </a:r>
          </a:p>
        </p:txBody>
      </p:sp>
    </p:spTree>
    <p:extLst>
      <p:ext uri="{BB962C8B-B14F-4D97-AF65-F5344CB8AC3E}">
        <p14:creationId xmlns:p14="http://schemas.microsoft.com/office/powerpoint/2010/main" val="2481352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1DAD6-2496-F0C3-335E-E094999D9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5" name="Рисунок 2074">
            <a:extLst>
              <a:ext uri="{FF2B5EF4-FFF2-40B4-BE49-F238E27FC236}">
                <a16:creationId xmlns:a16="http://schemas.microsoft.com/office/drawing/2014/main" id="{F7CF210F-EF31-EDEB-3CFF-275E756952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5" name="Rectangle 6">
            <a:extLst>
              <a:ext uri="{FF2B5EF4-FFF2-40B4-BE49-F238E27FC236}">
                <a16:creationId xmlns:a16="http://schemas.microsoft.com/office/drawing/2014/main" id="{7F4DD3A5-AE67-C1C8-04F4-DA10D222A4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775" y="412750"/>
            <a:ext cx="2527936" cy="846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ru-RU" sz="5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kumimoji="0" lang="en-US" altLang="ru-RU" sz="5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 while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BB76CFF-7306-B127-651C-9AEA33A772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698" y="1484898"/>
            <a:ext cx="6982648" cy="496035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5E4B85D-1B68-1AF6-F512-154EB7FA0B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4080" y="2797404"/>
            <a:ext cx="3243076" cy="208270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2660E69-1D71-FB76-44DA-538155CD27D7}"/>
              </a:ext>
            </a:extLst>
          </p:cNvPr>
          <p:cNvSpPr txBox="1"/>
          <p:nvPr/>
        </p:nvSpPr>
        <p:spPr>
          <a:xfrm>
            <a:off x="9213820" y="2212629"/>
            <a:ext cx="14235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Вывод:</a:t>
            </a:r>
          </a:p>
        </p:txBody>
      </p:sp>
    </p:spTree>
    <p:extLst>
      <p:ext uri="{BB962C8B-B14F-4D97-AF65-F5344CB8AC3E}">
        <p14:creationId xmlns:p14="http://schemas.microsoft.com/office/powerpoint/2010/main" val="3601117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78D1CD4F-75DB-B119-0F5D-9B1423BCA5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420688" y="396876"/>
            <a:ext cx="1782411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en-US" altLang="ru-RU" sz="5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break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B9A4487-8C93-263E-C4B8-B6880ACA26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525" y="1496679"/>
            <a:ext cx="6174839" cy="482460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14420CA-A318-519E-585F-95E292609B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1414" y="3095325"/>
            <a:ext cx="4507552" cy="18843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D625EF9-0BE5-AEBE-3A32-42BEB0AE2D40}"/>
              </a:ext>
            </a:extLst>
          </p:cNvPr>
          <p:cNvSpPr txBox="1"/>
          <p:nvPr/>
        </p:nvSpPr>
        <p:spPr>
          <a:xfrm>
            <a:off x="8633392" y="2510550"/>
            <a:ext cx="14235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Вывод:</a:t>
            </a:r>
          </a:p>
        </p:txBody>
      </p:sp>
    </p:spTree>
    <p:extLst>
      <p:ext uri="{BB962C8B-B14F-4D97-AF65-F5344CB8AC3E}">
        <p14:creationId xmlns:p14="http://schemas.microsoft.com/office/powerpoint/2010/main" val="1115740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54" name="Рисунок 515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492125" y="463551"/>
            <a:ext cx="253915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en-US" altLang="ru-RU" sz="5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continue</a:t>
            </a:r>
            <a:endParaRPr lang="ru-RU" alt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615268E-CEF4-67D1-129F-E45DD670E1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587" y="1462067"/>
            <a:ext cx="5599500" cy="510674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CFE07F7-6701-0F95-1703-4F65FB5616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8697" y="2859149"/>
            <a:ext cx="4838716" cy="243840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8971D7D-D3C4-14FE-746F-57A5B6AEA1A8}"/>
              </a:ext>
            </a:extLst>
          </p:cNvPr>
          <p:cNvSpPr txBox="1"/>
          <p:nvPr/>
        </p:nvSpPr>
        <p:spPr>
          <a:xfrm>
            <a:off x="8796257" y="2274374"/>
            <a:ext cx="14235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Вывод:</a:t>
            </a:r>
          </a:p>
        </p:txBody>
      </p:sp>
    </p:spTree>
    <p:extLst>
      <p:ext uri="{BB962C8B-B14F-4D97-AF65-F5344CB8AC3E}">
        <p14:creationId xmlns:p14="http://schemas.microsoft.com/office/powerpoint/2010/main" val="2755465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DB84A-7AA5-CF18-F56F-DCE77A929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5" name="Рисунок 2074">
            <a:extLst>
              <a:ext uri="{FF2B5EF4-FFF2-40B4-BE49-F238E27FC236}">
                <a16:creationId xmlns:a16="http://schemas.microsoft.com/office/drawing/2014/main" id="{C4AA57FA-E6BD-EF7C-45D1-C9B48B6E38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5" name="Rectangle 6">
            <a:extLst>
              <a:ext uri="{FF2B5EF4-FFF2-40B4-BE49-F238E27FC236}">
                <a16:creationId xmlns:a16="http://schemas.microsoft.com/office/drawing/2014/main" id="{5308429C-5F4A-CC6B-6208-E7E2463202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775" y="412750"/>
            <a:ext cx="6038897" cy="846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ru-RU" altLang="ru-RU" sz="5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Вложенные циклы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F64BA35-DEF9-0707-17CF-1B03850C4C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5202" y="1484323"/>
            <a:ext cx="4161596" cy="49609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7839724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D4276-4AF3-5F49-4C87-156308111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F7DC897-35C1-018A-2269-FFC91DEC75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5" name="Rectangle 6">
            <a:extLst>
              <a:ext uri="{FF2B5EF4-FFF2-40B4-BE49-F238E27FC236}">
                <a16:creationId xmlns:a16="http://schemas.microsoft.com/office/drawing/2014/main" id="{130F4290-6452-4D11-C374-B58B5B0B5D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4600" y="3005807"/>
            <a:ext cx="7642798" cy="846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5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Переходим к практике !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174459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366</TotalTime>
  <Words>261</Words>
  <Application>Microsoft Office PowerPoint</Application>
  <PresentationFormat>Широкоэкранный</PresentationFormat>
  <Paragraphs>64</Paragraphs>
  <Slides>8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Montserrat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Учетная запись Майкрософт</dc:creator>
  <cp:lastModifiedBy>Odmen</cp:lastModifiedBy>
  <cp:revision>55</cp:revision>
  <dcterms:created xsi:type="dcterms:W3CDTF">2025-08-26T22:29:25Z</dcterms:created>
  <dcterms:modified xsi:type="dcterms:W3CDTF">2026-10-24T18:22:14Z</dcterms:modified>
</cp:coreProperties>
</file>